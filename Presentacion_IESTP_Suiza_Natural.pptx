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SUIZA: SISTEMA OPERATIVO Y DE SOPORTE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Web en la Nube para Supervisión Operativa y Soporte Técnico en Tiempo Real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0" cy="2743200"/>
          </a:xfrm>
          <a:prstGeom prst="rect">
            <a:avLst>
              <a:gd name="adj" fmla="val 3333"/>
            </a:avLst>
          </a:prstGeom>
          <a:solidFill>
            <a:srgbClr val="1E293B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INGENIERÍA Y DIRECCIÓN DEL PROYECTO: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👑 JACOBO MARTEL, LUZ LIZBETH </a:t>
            </a:r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</a:rPr>
              <a:t>— Directora General, Arquitecta Principal y Líder del Proyecto
</a:t>
            </a:r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   Concepción de SOP Suiza, desarrollo web en Next.js, base de datos PostgreSQL y seguridad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Melgarejo Huaman, Anllely Sileny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— Equipo de Calidad y Pruebas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Macedo Macedo, Cristiam Saul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— Estructuración Académica y Soporte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Rodriguez Cari, Christian Jhoel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— Validación y Conectividad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Salas Ormeño, Geric Aldair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— Rutas y Mantenimiento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El Desafío Operativo en el IESTP Suiza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6692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Turno de Exposición: Jacobo Martel, Luz Lizbeth - Directora del Proyecto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Suiza | Sistema Operativo y de Soporte — Palabras Clave para Sustentación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931920" cy="3017520"/>
          </a:xfrm>
          <a:prstGeom prst="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Realidad de las Averías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Paradas en aulas prácticas: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Clases interrumpidas por averías en computadoras y maquinaria.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Reportes verbales perdidos: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Avisos de palabra o en papel que no dejan constancia ni responsable.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Desconexión de turnos: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Falta de comunicación clara entre el Turno Mañana y Turno Tarde.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3017520"/>
          </a:xfrm>
          <a:prstGeom prst="rect">
            <a:avLst>
              <a:gd name="adj" fmla="val 303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Solución con SOP Suiza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Canal Digital en Red:
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✔ Accesible en cualquier navegador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✔ Eliminación del papeleo físico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✔ Tarjetas ordenadas en vivo por turnos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✔ Atención directa del soporte en aulas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Propuesta y Funciones Centrales de SOP Suiza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6692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Turno de Exposición: Melgarejo Huaman, Anllely Sileny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Suiza | Sistema Operativo y de Soporte — Palabras Clave para Sustentación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04672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00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🌐 Tres Pilares de Operación en Red: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Plataforma web en la nube que centraliza reportes, tarjetas de avería y control oficial de usuarios.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2560320" cy="1828800"/>
          </a:xfrm>
          <a:prstGeom prst="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⚡ Registro Inmediato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Acceso veloz con DNI desde PC o móvil en pocos segundos.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651760"/>
            <a:ext cx="2560320" cy="1828800"/>
          </a:xfrm>
          <a:prstGeom prst="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🔍 Supervisión Visual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Tarjetas dinámicas con título, descripción, autor y ambiente.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651760"/>
            <a:ext cx="2560320" cy="1828800"/>
          </a:xfrm>
          <a:prstGeom prst="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</a:rPr>
              <a:t>🤝 Control de Tiempos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Botón de solución que sella la fecha y minuto de la reparación.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Tablero Dinámico de Supervisión por Turnos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6692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Turno de Exposición: Melgarejo Huaman, Anllely Sileny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Suiza | Sistema Operativo y de Soporte — Palabras Clave para Sustentación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931920" cy="3017520"/>
          </a:xfrm>
          <a:prstGeom prst="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☀️ vs 🌙 Columnas de Turno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Pantalla dividida en dos: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Columnas independientes para Turno Mañana y Turno Tarde.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Clasificación automática: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Las tarjetas se ordenan según el turno del usuario reportante.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Relevo ordenado: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El técnico entrante visualiza de inmediato sus pendientes sin confusión.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3017520"/>
          </a:xfrm>
          <a:prstGeom prst="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🚦 Semáforo y Código Único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Distintivos visuales rápidos:
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🔴 ALERTA ROJA (Pendiente):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Falla activa que requiere intervención técnica en el taller.
</a:t>
            </a:r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🟢 ALERTA VERDE (Solucionado):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Tarjeta resuelta con sello exacto de fecha y minuto de arreglo.
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✔ Código de 4 dígitos: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Numeración oficial para seguimiento.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Registro Ágil y Cobertura de Ambientes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6692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Turno de Exposición: Macedo Macedo, Cristiam Saul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Suiza | Sistema Operativo y de Soporte — Palabras Clave para Sustentación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931920" cy="3017520"/>
          </a:xfrm>
          <a:prstGeom prst="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📋 Formulario en 2 Clics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Cero campos innecesarios: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Solo se ingresa título breve del problema y descripción detallada del síntoma.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Identidad automática: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El sistema toma automáticamente DNI, nombres y turno del usuario conectado sin digitación.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3017520"/>
          </a:xfrm>
          <a:prstGeom prst="rect">
            <a:avLst>
              <a:gd name="adj" fmla="val 303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📍 Cobertura Oficial del Instituto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Selector con ambientes oficiales: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💻 Laboratorio de Cómputo 1, 2 y 3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⚡ Taller de Electrónica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🔧 Taller de Mecánica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🏫 Aula 101 y Biblioteca
</a:t>
            </a:r>
            <a:pPr indent="0" marL="0">
              <a:buNone/>
            </a:pPr>
            <a:r>
              <a:rPr lang="en-US" sz="1200" b="1" i="1" dirty="0">
                <a:solidFill>
                  <a:srgbClr val="991B1B"/>
                </a:solidFill>
              </a:rPr>
              <a:t>→ Ubicación exacta y sin pérdidas de tiempo.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Evidencia Fotográfica Múltiple y Diagnóstico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6692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Turno de Exposición: Macedo Macedo, Cristiam Saul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Suiza | Sistema Operativo y de Soporte — Palabras Clave para Sustentación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046720" cy="3017520"/>
          </a:xfrm>
          <a:prstGeom prst="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📸 Multimedia Integrada para Diagnóstico Previo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• Subida de Múltiples Fotografías: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Adjunto simultáneo de imágenes para mostrar mensajes de error, cables cortados o piezas averiadas.
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• Cuadrícula Visual con Control Individual: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Previsualización en pantalla con botón de eliminación por imagen antes de confirmar el reporte.
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🚀 AHORRO DE TIEMPO Y HERRAMIENTA EXACTA: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El técnico inspecciona las fotos desde el tablero, diagnostica de antemano y lleva el repuesto o herramienta adecuada desde el primer viaje.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Seguridad del Sistema y Roles de Usuario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6692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Turno de Exposición: Rodriguez Cari, Christian Jhoel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Suiza | Sistema Operativo y de Soporte — Palabras Clave para Sustentación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931920" cy="3017520"/>
          </a:xfrm>
          <a:prstGeom prst="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🔐 Validación Estricta con DNI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Ingreso oficial al portal: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El sistema solicita el número exacto de Documento Nacional de Identidad de ocho dígitos.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Verificación instantánea: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Consulta directa a la base de datos de miembros registrados, impidiendo ingresos externos.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3017520"/>
          </a:xfrm>
          <a:prstGeom prst="rect">
            <a:avLst>
              <a:gd name="adj" fmla="val 303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🛡️ Dos Privilegios del Código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👤 ROL USUARIO (Estudiantes y Docentes):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Permiso para reportar fallas y consultar tarjetas en el tablero.
</a:t>
            </a:r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🛡️ ROL ADMINISTRADOR (Soporte Técnico):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Acceso a Gestión de Cuentas por DNI y facultad exclusiva para marcar tarjetas como solucionadas.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Flujo Directo de Recuperación de Contraseña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6692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Turno de Exposición: Rodriguez Cari, Christian Jhoel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Suiza | Sistema Operativo y de Soporte — Palabras Clave para Sustentación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046720" cy="3017520"/>
          </a:xfrm>
          <a:prstGeom prst="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🔑 Módulo Directo Exclusivo para el DNI del Administrador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• Activación Exclusiva por DNI de Administrador: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La opción y pantalla para recuperar la clave solo es visible cuando se coloca el Documento Nacional de Identidad del Administrador en la pantalla de ingreso.
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• Restablecimiento Directo: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Al colocar el DNI y validar la identidad del administrador, el sistema abre directamente la interfaz de recuperación de acceso.
</a:t>
            </a:r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🔒 PROCESO RÁPIDO Y AUTÓNOMO: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El administrador ingresa la confirmación de su nombre e introduce una contraseña nueva al instante para restablecer el control de su cuenta principal.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Base de Datos Optimizada y Limpieza Cron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6692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Turno de Exposición: Salas Ormeño, Geric Aldair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Suiza | Sistema Operativo y de Soporte — Palabras Clave para Sustentación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931920" cy="3017520"/>
          </a:xfrm>
          <a:prstGeom prst="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⚙️ PostgreSQL + Prisma 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Arquitectura Relacional Robusta: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SOP Suiza almacena incidencias y cuentas en PostgreSQL con Prisma ORM.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• Índices en Milisegundos: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Índices programados por usuario, por fecha y por estado combinado para una carga rápida sin bloqueos.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3017520"/>
          </a:xfrm>
          <a:prstGeom prst="rect">
            <a:avLst>
              <a:gd name="adj" fmla="val 303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</a:rPr>
              <a:t>🧹 Rutina Cron de Limpieza 24h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Autodepuración de Tarjetas Solucionadas: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Al cargar la pantalla, el sistema verifica y depura automáticamente las tarjetas marcadas como Solucionado cuya fecha supere las veinticuatro horas.
</a:t>
            </a:r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🌟 TABLERO SIEMPRE LIMPIO:
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Muestra únicamente las urgencias activas y los arreglos del día.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SUIZA: RESUMEN Y CIERRE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Turno de Exposición: Salas Ormeño, Geric Aldair | Cierre y Conclusión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772400" cy="2103120"/>
          </a:xfrm>
          <a:prstGeom prst="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7406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✔ Diagnóstico Certero al Primer Viaje: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Evidencias fotográficas en tarjeta para llevar la herramienta exacta.
</a:t>
            </a:r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✔ Orden Total por Jornada Académica: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Columnas independientes de Turno Mañana y Turno Tarde con semáforo y código único.
</a:t>
            </a:r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✔ Plataforma Web con Roles y Limpieza Cron: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Ingreso por DNI, módulo directo de clave para Admin y limpieza diaria de tarjetas de 24h.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7772400" cy="1188720"/>
          </a:xfrm>
          <a:prstGeom prst="rect">
            <a:avLst>
              <a:gd name="adj" fmla="val 7692"/>
            </a:avLst>
          </a:prstGeom>
          <a:solidFill>
            <a:srgbClr val="7F1D1D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5760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</a:rPr>
              <a:t>👑 RECONOCIMIENTO A DIRECCIÓN Y ARQUITECTURA CORE:
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SOP Suiza concebido, diseñado, programado y dirigido en su arquitectura por LUZ LIZBETH JACOBO MARTEL como Directora General del Proyecto, con el apoyo del equipo de ingeniería.
</a:t>
            </a:r>
            <a:pPr algn="ctr" indent="0" marL="0">
              <a:buNone/>
            </a:pPr>
            <a:r>
              <a:rPr lang="en-US" sz="1300" b="1" i="1" dirty="0">
                <a:solidFill>
                  <a:srgbClr val="FEF08A"/>
                </a:solidFill>
              </a:rPr>
              <a:t>💡 SOP Suiza: un servicio web moderno para que los talleres nunca dejen de funcionar.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IESTP Suiza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SOP Suiza - Sistema Operativo y de Soporte</dc:title>
  <dc:subject>PptxGenJS Presentation</dc:subject>
  <dc:creator>Equipo Proyecto Puyo - IESTP Suiza</dc:creator>
  <cp:lastModifiedBy>Equipo Proyecto Puyo - IESTP Suiza</cp:lastModifiedBy>
  <cp:revision>1</cp:revision>
  <dcterms:created xsi:type="dcterms:W3CDTF">2026-07-18T22:28:37Z</dcterms:created>
  <dcterms:modified xsi:type="dcterms:W3CDTF">2026-07-18T22:28:37Z</dcterms:modified>
</cp:coreProperties>
</file>